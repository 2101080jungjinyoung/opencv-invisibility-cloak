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3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32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32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3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6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28544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118600"/>
            <a:ext cx="167894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28544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55700" y="9664700"/>
            <a:ext cx="167894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6600" y="711200"/>
            <a:ext cx="419100" cy="190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582400" y="1181100"/>
            <a:ext cx="5372100" cy="3403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571500"/>
            <a:ext cx="2603500" cy="977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45900" y="9144000"/>
            <a:ext cx="71501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9144000"/>
            <a:ext cx="51435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4200" y="3911600"/>
            <a:ext cx="113157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641600"/>
            <a:ext cx="162814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759200" y="6235700"/>
            <a:ext cx="5295900" cy="254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169400" y="6235700"/>
            <a:ext cx="52959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66700" y="4597400"/>
            <a:ext cx="6540500" cy="168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1700" y="5829300"/>
            <a:ext cx="5168900" cy="1028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59400" y="4584700"/>
            <a:ext cx="6350000" cy="1689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13500" y="5575300"/>
            <a:ext cx="5156200" cy="151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668000" y="4572000"/>
            <a:ext cx="6515100" cy="1689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36400" y="5816600"/>
            <a:ext cx="5130800" cy="1028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2019300" y="622300"/>
            <a:ext cx="18605500" cy="2743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048500" y="533400"/>
            <a:ext cx="40894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315589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331200"/>
            <a:ext cx="6045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53800" y="2057400"/>
            <a:ext cx="4813300" cy="617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2260600"/>
            <a:ext cx="5613400" cy="708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6261100"/>
            <a:ext cx="9347200" cy="288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84300" y="8407400"/>
            <a:ext cx="84455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315589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331200"/>
            <a:ext cx="6045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42500" y="660400"/>
            <a:ext cx="6172200" cy="617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2260600"/>
            <a:ext cx="6108700" cy="708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6400800"/>
            <a:ext cx="16510000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17600" y="2844800"/>
            <a:ext cx="7213600" cy="2908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2641600"/>
            <a:ext cx="162814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7600" y="5816600"/>
            <a:ext cx="7175500" cy="369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99500" y="3860800"/>
            <a:ext cx="9220200" cy="478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84200" y="596900"/>
            <a:ext cx="15405100" cy="293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533400"/>
            <a:ext cx="46355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5943600"/>
            <a:ext cx="5791200" cy="34798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2184400"/>
            <a:ext cx="162814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2311400"/>
            <a:ext cx="5791200" cy="2895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35900" y="3111500"/>
            <a:ext cx="9842500" cy="6743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8500" y="444500"/>
            <a:ext cx="6184900" cy="273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533400"/>
            <a:ext cx="4635500" cy="87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5257800"/>
            <a:ext cx="2387600" cy="67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6045200" y="9436100"/>
            <a:ext cx="166116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184400"/>
            <a:ext cx="16281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20700" y="3238500"/>
            <a:ext cx="6400800" cy="4914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73900" y="2908300"/>
            <a:ext cx="10350500" cy="726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8500" y="533400"/>
            <a:ext cx="14122400" cy="269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533400"/>
            <a:ext cx="46355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7900" y="8382000"/>
            <a:ext cx="5308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184400"/>
            <a:ext cx="16281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2628900"/>
            <a:ext cx="6667500" cy="273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2000" y="6134100"/>
            <a:ext cx="6629400" cy="303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607300" y="2844800"/>
            <a:ext cx="10756900" cy="6743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1200" y="533400"/>
            <a:ext cx="10121900" cy="269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533400"/>
            <a:ext cx="4635500" cy="87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19300" y="5397500"/>
            <a:ext cx="4305300" cy="10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58900" y="9207500"/>
            <a:ext cx="58293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184400"/>
            <a:ext cx="16281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2222500"/>
            <a:ext cx="2527300" cy="695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3162300"/>
            <a:ext cx="11595100" cy="622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8500" y="533400"/>
            <a:ext cx="10274300" cy="269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533400"/>
            <a:ext cx="46355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95300" y="9144000"/>
            <a:ext cx="58293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184400"/>
            <a:ext cx="16281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2349500"/>
            <a:ext cx="6172200" cy="36703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6642100"/>
            <a:ext cx="6273800" cy="275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620000" y="3365500"/>
            <a:ext cx="10782300" cy="570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1200" y="520700"/>
            <a:ext cx="12103100" cy="273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533400"/>
            <a:ext cx="4635500" cy="87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8800" y="5943600"/>
            <a:ext cx="6769100" cy="10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14400" y="9283700"/>
            <a:ext cx="51943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806698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184400"/>
            <a:ext cx="16281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2514600"/>
            <a:ext cx="6172200" cy="36449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6159500"/>
            <a:ext cx="6172200" cy="3683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50100" y="4876800"/>
            <a:ext cx="10820400" cy="360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3900" y="533400"/>
            <a:ext cx="6096000" cy="269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533400"/>
            <a:ext cx="46355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315589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331200"/>
            <a:ext cx="6045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8000" y="2260600"/>
            <a:ext cx="6184900" cy="708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" y="6400800"/>
            <a:ext cx="95758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5600" y="939800"/>
            <a:ext cx="17653000" cy="9055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53200" y="533400"/>
            <a:ext cx="46228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9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2921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611600" y="0"/>
            <a:ext cx="673100" cy="96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-3327400"/>
            <a:ext cx="21348700" cy="19037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